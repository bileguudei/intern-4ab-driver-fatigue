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a3c3eb055458e" /><Relationship Type="http://schemas.openxmlformats.org/officeDocument/2006/relationships/extended-properties" Target="/docProps/app.xml" Id="R1543284cc1e3449e" /><Relationship Type="http://schemas.openxmlformats.org/officeDocument/2006/relationships/officeDocument" Target="/ppt/presentation.xml" Id="Ra069110d012c42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8f5bce8bc4321"/>
  </p:sldMasterIdLst>
  <p:notesMasterIdLst>
    <p:notesMasterId xmlns:r="http://schemas.openxmlformats.org/officeDocument/2006/relationships" r:id="Rc61ef67f8de94210"/>
  </p:notesMasterIdLst>
  <p:sldIdLst>
    <p:sldId xmlns:r="http://schemas.openxmlformats.org/officeDocument/2006/relationships" id="256" r:id="R3ede08bf1c694371"/>
    <p:sldId xmlns:r="http://schemas.openxmlformats.org/officeDocument/2006/relationships" id="257" r:id="Rb66cab6505c04a56"/>
    <p:sldId xmlns:r="http://schemas.openxmlformats.org/officeDocument/2006/relationships" id="258" r:id="R8e36fa1ac6d64e46"/>
    <p:sldId xmlns:r="http://schemas.openxmlformats.org/officeDocument/2006/relationships" id="259" r:id="R12922d0c42974562"/>
    <p:sldId xmlns:r="http://schemas.openxmlformats.org/officeDocument/2006/relationships" id="260" r:id="R3f436cefb91445ba"/>
    <p:sldId xmlns:r="http://schemas.openxmlformats.org/officeDocument/2006/relationships" id="261" r:id="R66d14aba486448ee"/>
    <p:sldId xmlns:r="http://schemas.openxmlformats.org/officeDocument/2006/relationships" id="262" r:id="R1a0d15d30bea4222"/>
    <p:sldId xmlns:r="http://schemas.openxmlformats.org/officeDocument/2006/relationships" id="263" r:id="Rf885adaa83df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9626580a0748e2" /><Relationship Type="http://schemas.openxmlformats.org/officeDocument/2006/relationships/slideMaster" Target="/ppt/slideMasters/slideMaster1.xml" Id="Rc1e8f5bce8bc4321" /><Relationship Type="http://schemas.openxmlformats.org/officeDocument/2006/relationships/notesMaster" Target="/ppt/notesMasters/notesMaster1.xml" Id="Rc61ef67f8de94210" /><Relationship Type="http://schemas.openxmlformats.org/officeDocument/2006/relationships/presProps" Target="/ppt/presProps.xml" Id="R4f9c418317664a90" /><Relationship Type="http://schemas.openxmlformats.org/officeDocument/2006/relationships/tableStyles" Target="/ppt/tableStyles.xml" Id="R0ca6af5e2310480c" /><Relationship Type="http://schemas.openxmlformats.org/officeDocument/2006/relationships/slide" Target="/ppt/slides/slide1.xml" Id="R3ede08bf1c694371" /><Relationship Type="http://schemas.openxmlformats.org/officeDocument/2006/relationships/slide" Target="/ppt/slides/slide2.xml" Id="Rb66cab6505c04a56" /><Relationship Type="http://schemas.openxmlformats.org/officeDocument/2006/relationships/slide" Target="/ppt/slides/slide3.xml" Id="R8e36fa1ac6d64e46" /><Relationship Type="http://schemas.openxmlformats.org/officeDocument/2006/relationships/slide" Target="/ppt/slides/slide4.xml" Id="R12922d0c42974562" /><Relationship Type="http://schemas.openxmlformats.org/officeDocument/2006/relationships/slide" Target="/ppt/slides/slide5.xml" Id="R3f436cefb91445ba" /><Relationship Type="http://schemas.openxmlformats.org/officeDocument/2006/relationships/slide" Target="/ppt/slides/slide6.xml" Id="R66d14aba486448ee" /><Relationship Type="http://schemas.openxmlformats.org/officeDocument/2006/relationships/slide" Target="/ppt/slides/slide7.xml" Id="R1a0d15d30bea4222" /><Relationship Type="http://schemas.openxmlformats.org/officeDocument/2006/relationships/slide" Target="/ppt/slides/slide8.xml" Id="Rf885adaa83df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ba1530cbb7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316afed4d4a57" /><Relationship Type="http://schemas.openxmlformats.org/officeDocument/2006/relationships/notesMaster" Target="/ppt/notesMasters/notesMaster1.xml" Id="R461fa817881a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a711393fc145c7" /><Relationship Type="http://schemas.openxmlformats.org/officeDocument/2006/relationships/notesMaster" Target="/ppt/notesMasters/notesMaster1.xml" Id="Re838f6e2b13d4a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5e3819ff2432e" /><Relationship Type="http://schemas.openxmlformats.org/officeDocument/2006/relationships/notesMaster" Target="/ppt/notesMasters/notesMaster1.xml" Id="Rd8983eb3125144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1e29251d764081" /><Relationship Type="http://schemas.openxmlformats.org/officeDocument/2006/relationships/notesMaster" Target="/ppt/notesMasters/notesMaster1.xml" Id="R709e2b0326f9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a160d980cc4e31" /><Relationship Type="http://schemas.openxmlformats.org/officeDocument/2006/relationships/notesMaster" Target="/ppt/notesMasters/notesMaster1.xml" Id="R6295c41b1db04a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231bd18502445e" /><Relationship Type="http://schemas.openxmlformats.org/officeDocument/2006/relationships/notesMaster" Target="/ppt/notesMasters/notesMaster1.xml" Id="R386bcf7c30b84e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2c42df9714bc3" /><Relationship Type="http://schemas.openxmlformats.org/officeDocument/2006/relationships/notesMaster" Target="/ppt/notesMasters/notesMaster1.xml" Id="Rd5930290a6f44c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be1255a7b44ef8" /><Relationship Type="http://schemas.openxmlformats.org/officeDocument/2006/relationships/notesMaster" Target="/ppt/notesMasters/notesMaster1.xml" Id="R3a4ab27f3f2b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visual created with OpenAI image generation. It is an illustrative, non-documentary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Background: NHTSA notes drowsy driving can impair performance and is especially associated with nighttime and rural-road driving. Source: https://www.nhtsa.gov/risky-driving/drowsy-driving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design based on the project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project design. RAG safety constraint is a design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FatigueGuard UI imported into the Expo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status verified from the target Expo project source on 2026-09-17.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Thresholds are proposed prototype parameters, not validated medical thresholds.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roadmap and presentation close.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1f108e6a31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bb57c42a94fc2" /><Relationship Type="http://schemas.openxmlformats.org/officeDocument/2006/relationships/slideLayout" Target="/ppt/slideLayouts/slideLayout1.xml" Id="Rfa073924a5e042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073924a5e042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9a7f1c2f24fa0" /><Relationship Type="http://schemas.openxmlformats.org/officeDocument/2006/relationships/image" Target="/ppt/media/image.png" Id="Ra98d6fb8091e45a4" /><Relationship Type="http://schemas.openxmlformats.org/officeDocument/2006/relationships/notesSlide" Target="/ppt/notesSlides/notesSlide1.xml" Id="R3ae6b1af06cf4a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f485dd8c04256" /><Relationship Type="http://schemas.openxmlformats.org/officeDocument/2006/relationships/notesSlide" Target="/ppt/notesSlides/notesSlide2.xml" Id="R297e41161d1343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454c8191d432d" /><Relationship Type="http://schemas.openxmlformats.org/officeDocument/2006/relationships/notesSlide" Target="/ppt/notesSlides/notesSlide3.xml" Id="R488416102e2f43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f6f75d16d4c0d" /><Relationship Type="http://schemas.openxmlformats.org/officeDocument/2006/relationships/notesSlide" Target="/ppt/notesSlides/notesSlide4.xml" Id="Rbffc39ecd30e4b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940090c3a453e" /><Relationship Type="http://schemas.openxmlformats.org/officeDocument/2006/relationships/notesSlide" Target="/ppt/notesSlides/notesSlide5.xml" Id="R0793883a7ac949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d7b17b4d941d7" /><Relationship Type="http://schemas.openxmlformats.org/officeDocument/2006/relationships/notesSlide" Target="/ppt/notesSlides/notesSlide6.xml" Id="R6bf31c6bca9443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9a5268daf42ce" /><Relationship Type="http://schemas.openxmlformats.org/officeDocument/2006/relationships/notesSlide" Target="/ppt/notesSlides/notesSlide7.xml" Id="R869ef285a5d843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184c0855d45e1" /><Relationship Type="http://schemas.openxmlformats.org/officeDocument/2006/relationships/notesSlide" Target="/ppt/notesSlides/notesSlide8.xml" Id="Rb7a4a0c2467d4a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d6fb8091e45a4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7EBD8-D34C-4274-B56A-167EB4B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B6983-C4EF-4A27-A26A-BCDE2219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BCF1A-0A50-47C6-8419-45833E9B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FATIGUE</a:t>
            </a:r>
          </a:p>
          <a:p xmlns:a="http://schemas.openxmlformats.org/drawingml/2006/main">
            <a:pPr>
              <a:defRPr sz="48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FE7A4-4C67-488A-A7B6-62387B23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77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Жолоочийн ядаргаа илрүүлэх ухаалаг систем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33348-9D7C-4CA8-90F6-6956A3F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Computer Vision + RAG + Mobile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5ECCE-3A0C-4E98-9E29-213CBE43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C60C1-800C-4EB2-80E6-9DABE6AA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Багийн төслийн танилцуулга</a:t>
            </a:r>
          </a:p>
        </p:txBody>
      </p:sp>
    </p:spTree>
    <p:extLst>
      <p:ext uri="{BB962C8B-B14F-4D97-AF65-F5344CB8AC3E}">
        <p14:creationId xmlns:p14="http://schemas.microsoft.com/office/powerpoint/2010/main" val="1492928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2601E-7A24-4A97-BF12-37EC54DF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Асуудал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8FD92-B0A3-402A-A779-0ABF917A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Урт зам, шөнийн жолоодлого болон өвлийн нөхцөл ядаргааны эрсдэлийг нэмэгдүүлдэг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9D520-CF80-4131-A1D9-F2F1670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9DD79-5E57-4F19-8DC6-06297D09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71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Ядарсан жолоочийн анхаарал, хариу үйлдэл, шийдвэр гаргалт сулардаг.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7C498-D0D7-4BA3-840B-ADB8E524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9D03A-500D-42F0-A9E6-D695F80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D9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D66AE-DE91-4129-86D0-6F2D8B40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Нүд анилт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74B60-BA45-4185-9361-CA917A7F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удаан хаагдах болон PERCLOS өсөх нь нойрмоглолын дохио болно.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AD39A-97C5-4079-A658-62665FFC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24125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D30CA-EBB7-4F2C-B116-DE154C7F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14625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64A78-D243-4CB1-B04F-179498EE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43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Толгой дохих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982A31-88AF-4C01-A1F1-08FFF3B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24200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Толгой давтамжтай доошлох нь анхаарал суларч байгааг илтгэнэ.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6BB39-C799-4D34-9F6A-DAF1A62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24125"/>
            <a:ext cx="314325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834F6-EE21-4970-91ED-C29E7526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14625"/>
            <a:ext cx="47625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6B6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6EA08-8717-4483-A571-027B2A5B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Оройн цаг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8D5AE-4B02-4EC6-9ECB-C888EAD2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524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Шөнийн урт замд жолооч ганцаараа, нэг хэвийн нөхцөлд удаан явдаг.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FCC56B-6676-4A50-A0D0-92584CAD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Зорилго: эрсдэлийн эхний шинжийг бодит цагт илрүүлж, аюулгүй зогсоож амрах шийдвэрт туслах.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AA1CC-8200-498D-83EF-2BC2B086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4009E-D3C2-4886-8D5A-041106DD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CBAD8-6CFC-4A73-B6E5-B779CBD1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669724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C8DFC-0C3E-42E3-94E8-553EEBF6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Шийдэл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09B8F-0AE7-4187-9C76-6637257C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Dashboard дээр байрлуулсан ухаалаг утас жолоочийн төлөвийг хянана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18543-FE15-4794-988B-9BED226C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29D03-864B-414D-B47A-77BE4AF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Утасны урд камер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BC0BF-AA1B-46A8-9C09-CB91D70D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19350"/>
            <a:ext cx="1619250" cy="2476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EDF3A-8C75-49C8-9EA1-68412D64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257300" cy="14287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22B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41615-4F9B-4D42-A2C0-1832CE5D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71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2BC3B-8523-43F1-8114-018557C7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338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front camera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20609-5402-43B8-9599-22FF42644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38D9CD-1762-4C63-8C15-F833167F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48B6E-EC78-4736-8B85-E2E27772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Нүд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54371F-3E48-4D25-BDB1-AEA9E6F2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нээлттэй эсэх, PERCLOS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37057-93CF-4A93-ACE1-E9022457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38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52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14097-CAD8-4FB4-852B-A26720AB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95AB7-7336-4E56-A839-B7CC28CC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57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3701D-9628-410E-BEB6-45742704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95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Толгой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8CA57-7920-4667-8A7B-E60BAF92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96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Pitch өөрчлөлт, дохилтын давтамж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AF015-0235-4CE9-A136-FA2C830D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38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52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EAFAD-BD52-4AC4-AACD-3F997F40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8A7CF3-4854-42C6-979C-11BB0BEB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62FC7-1954-4D38-A379-C4A8078A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DC6FF-8D0E-4E63-869D-B56B522E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0–100 эрсдэлийн үнэлгээ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0D5CDA-77A3-4F76-A7C4-927868F8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38500"/>
            <a:ext cx="22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52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B2E7E2-F1F0-4ECC-9327-7BBE54E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B808E6-18FE-48BA-AE11-BDDED07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090B0C-B41E-4510-AA56-6CF2D899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95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Alert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625DCA-FD44-4A1F-BD7E-EFAC37A9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147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12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Дохиолол, vibration, зөвлөгөө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5674B-EF41-46AE-8C71-3A75A017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530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Камерын raw видео default байдлаар сервер рүү илгээхгүй. Хувийн мэдээллийг төхөөрөмж дээр боловсруулах зарчим баримтална.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CFC0C-6337-444D-8CF4-E7562945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731D3-CEF0-4EE6-9AE0-C743FA1C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A57326-847A-4069-8CCD-7DA7CA60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576129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91027-C706-4C13-BB16-1A8E89F4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Системийн архитектур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FE1AD5-F223-4DE2-8D48-ACC16456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Real-time detection ба аюулгүй ажиллагааны зөвлөгөөг тусгаарласан урсгал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740CD-F2DC-4D32-BBE1-A63F5AF0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11D3E-C98A-46DE-B445-985DAD1E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01A90-74AA-4CCF-98FC-D745D0AA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1143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D9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9C291-8CF4-4168-A47C-2ECB5E55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0022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Mobile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4F75E-B352-4310-AF37-4191AED1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192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CameraView, setup, calibration, driving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9007E-8684-4623-8A5A-6315C1DF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9077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16345-298B-4A45-AA44-CE53BEB7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DBE23-3472-42B5-BADB-19572192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1143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8C2B9F-DA28-4985-A06E-3F992032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003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Computer Vision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EA4A0-82B1-4E8C-AA1A-9FBACEBE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Face landmarks, нүд анилт, толгойн өнцөг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02E02-EC1F-40DE-A2A7-7C26E66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909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642B8-482C-49E7-BD96-260E795F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2D17F-34E6-499A-9644-9D4D5D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1143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EFC02-0017-4B14-8F83-092C0FC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00475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Fatigue engine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E3D01-B69D-4631-9BB1-D8285E73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95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PERCLOS, nods, score, risk level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616DB-9C30-45BC-B63B-2E6B26F4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391025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CC987-1B80-4828-8911-351E1BB4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9906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4FBF4-44B5-4E35-9B0A-0D763CF1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8675"/>
            <a:ext cx="1143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6B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B9AB6-7CAD-45F6-989E-3A737062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0060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Safety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15BFD-CF11-4211-9095-2EF0BFC7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Siren, vibration, source-grounded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31215-FF1D-4180-ADCB-ED7594B8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971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6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RAG нь сэрэмжлүүлгийн үндсэн шийдвэрийг гаргахгүй. Эрсдэлийн ангилал тогтсоны дараа баталгаатай эх сурвалжаас зөвлөгөө сонгоно.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41C11-2D73-4ABB-976C-57871B57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4E115F-8A2D-4893-A27D-53983553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5263D-F72C-4B00-8EFF-F89D1388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2133399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93F760-2A5E-4076-94E4-19939782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Mobile app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D80D5-765B-4956-87AC-64C3242A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FatigueGuard UI нь жолоочийг камераа тохируулж, калибрац хийсний дараа monitoring screen рүү оруулна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1DE49-B7BE-4837-85D2-01EC2042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1A3B1-43FD-42D3-B459-E0D034CA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762125" cy="2381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03050-C049-4AFA-AE67-5D0A48A8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BD7CC-B531-4101-BC14-D12E258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Нүүр хуудас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21C5B-5A56-47C9-BFFC-B056A6A4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Жолоодлого эхлүүлэх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F3496-AF64-4583-8A7B-83D9F5C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0D25B-C0BC-4757-90C4-2D08E0A9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47875"/>
            <a:ext cx="1762125" cy="2381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E640B-65B8-4F30-9D01-6142C709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38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61322-8EEE-4063-A88C-75D949BA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Camera 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B60E6-3A37-4802-AF8B-4C9D0F9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194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Нүүр, гэрэл, байрлал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DE853-A712-456A-86F6-941088A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A336B-79CC-4062-8B2B-9E94D150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1762125" cy="2381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432AE-0D3A-498D-978D-69BB8DDE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79107-29C8-4604-90B7-A74430D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Калибраци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4D0C0-1FBD-4C2C-9551-A5D1AE59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ба толгойн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53150-7C35-4211-A58F-6EAEE487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98752-B466-477C-8E07-92C2E0B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1762125" cy="2381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E9C7C-F2A4-4097-8392-E21368F3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85FD7-5C6C-4217-AF88-29A688C0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Driving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E176C-9306-4A50-8471-D3362BBE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194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Score ба сэрэмжлүүлэг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5957C2-37D1-417B-839E-074C027E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167"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F672E-7E00-4791-8AEB-09B08771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1762125" cy="2381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0D1B2E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A78FE-7DE5-42A7-A8CA-A3F18FA7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3837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E53EA-FD90-4DB9-8F26-6B6CF09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2D3EC4-5B2A-4751-BC09-988243F0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38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Сессийн дүн ба AI зөвлөгөө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8505D-3CEC-47C5-871F-35531E6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History, Settings, offline-data toggle болон alert volume control нь bottom navigation-аас ашиглагдана.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33F18-166E-4743-9C1E-69FA01A2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0BF665-8814-4C1F-8352-650603B5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83D5D8-3674-4900-B3AF-4768E1C4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2059660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6AA92-3BF9-4D64-9568-1B83D80D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Одоогийн хэрэгжилтийн төлөв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185E7-5D8D-414F-B6FE-23AF23D7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UI prototype болон Computer Vision модулийг ялгаж ойлгох нь чухал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95A91-212D-4C50-8764-E9464224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2D0D2-ABAD-4BF7-87C8-909D98A7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9C6B3-B1D3-4CD5-828F-CBE8E50E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4762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D38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5781E-A332-4B05-9FFC-691C6F4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Бэлэн болсон хэсэг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42969-85B6-498E-9B72-F173E294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4143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Expo mobile UI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Камерын preview ба permission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Setup, calibration, monitoring flow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History, settings, summary screens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Alert-ийн UI болон debug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6E4A3-2819-40F6-8112-5EF9DAEC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0E1C31"/>
          </a:solidFill>
          <a:ln xmlns:a="http://schemas.openxmlformats.org/drawingml/2006/main" w="9525">
            <a:solidFill>
              <a:srgbClr val="2941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A7F34-6844-485F-93FC-B3118BB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4762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CF333-378C-4838-9088-A11A9C7F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812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Дараагийн хэрэгжүүлэх хэсэг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C9AD7-9EEF-4B32-B3EB-ADA6054D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62200"/>
            <a:ext cx="4143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Face landmark detector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Нүүр camera frame дотор байгаа эсэх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Нүд анилт ба head-nod хэмжилт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Fatigue Score-ийн бодит өгөгдөл</a:t>
            </a:r>
          </a:p>
          <a:p xmlns:a="http://schemas.openxmlformats.org/drawingml/2006/main">
            <a:pPr>
              <a:def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• Native siren болон RAG API integration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F43197-1657-4F4A-A6F9-7E21198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8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Чухал: одоогийн Camera setup нь камераас нүүрний landmark уншдаггүй. Нөхцөл шалгалт нь UI/debug state дээр ажиллаж байна.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4AA73-E277-4132-8F75-BCBEE25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30BA8-6DCA-4F73-B6B8-1D450A88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8C023-4D2B-4734-B9AF-1E7851EF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191776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4363E9-6D53-4D59-A55A-417B171C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Fatigue Score-ийн логик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598E8-50CE-42C6-9040-C76ED352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Эхний prototype босго нь calibration болон бодит туршилтаар сайжирна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119A0-F2ED-4BFC-A90D-0928D1FA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A6574-9871-4967-959F-339822FC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PERCLOS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0A335-9CD3-470F-9B73-2901F910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145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Сүүлийн 60 секундэд нүд анисан кадрын хувь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4CD34-8A97-4593-9732-41CEE374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45%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F533-34D8-40EE-9651-1E9F972E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952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FCF6A-A0CF-4A0C-8934-9289B1D3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4286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D9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77152-CEE8-40A7-B8D4-C1E44695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Long closure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36B90-0331-4671-8555-1B27C947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Нүд 0.8 секундээс удаан хаагдах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2A5F9-66D5-46EC-9F4F-0E4B9AF7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0E099-352D-41A0-B961-30F4802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952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68100-7649-4E85-9995-6F38EC31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2857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E6806-40F3-4B74-AA26-88BA63F1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B6B6B"/>
                </a:solidFill>
                <a:latin typeface="Helvetica Neue"/>
                <a:ea typeface="Helvetica Neue"/>
                <a:cs typeface="Helvetica Neue"/>
              </a:rPr>
              <a:t>Head nod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009D9-7EFD-420C-837E-A40E6C6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60 секундэд давтагдсан толгой дохилт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4D80C-B01A-4F44-92B2-D2A8ED2A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195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38B8B-C693-4D47-9E0F-507958FA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9525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EC33F-576C-4F7E-9AFC-3E084AB2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3812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6B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5D5625-019A-4A26-8811-DA9E3BF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40–64  Анхаарах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326781-15A3-4311-8EAB-B408408D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rPr>
              <a:t>65–79  Дуут сэрэмжлүүлэг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292B7-F5B0-43B2-800F-5D58DB02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B6B6B"/>
                </a:solidFill>
                <a:latin typeface="Helvetica Neue"/>
                <a:ea typeface="Helvetica Neue"/>
                <a:cs typeface="Helvetica Neue"/>
              </a:rPr>
              <a:t>80–100  Аюулгүй зогсож амрах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AF678-BAC5-4895-A7DE-01E0D7C3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816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Нэг дохиогоор шийдвэр гаргахгүй. Хөдөлгөөнт цонх, smoothing, cooldown ашиглан false alarm-ыг бууруулна.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14851A-41CD-4940-B572-BF43786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57667-D205-4D3F-AB8A-2D20777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40165-4A7C-475A-8C1A-0C8330A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903453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CB97D-8DD6-4FF5-9488-674C22EF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Demo ба дараагийн алхам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431A0-A289-4D5A-B67D-C287AD8F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Танилцуулгын demo нь UI flow-г харуулж, CV integration-ийн шаардлагыг тодорхой тайлбарлана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9F667-DBBF-447D-A146-5C078735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FATIGUEGUARD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935AE-6DF4-4792-B6C2-26BE1A6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76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AC167-59DB-457F-9365-216948BF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51EA4-F7C2-4249-8BF7-B1AE9A05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Home → Camera setup → Calibration → Driving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8523F-F55E-4935-B630-D878477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85A07-54D5-4B43-B0D7-DE59BA26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765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B84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E3259-A9BE-49DC-9DA0-3D09D9FF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19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Туршилт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25305-B413-4EC2-9EF8-DF76A024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3842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Гэрэлтүүлэг, утасны байрлал, нүүрний өнцөг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CAFC9-A2BA-4C4C-A668-CA19410F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6707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E830F-9F62-44FB-8830-BEAD9368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76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2E0E3-53E6-47FC-8239-F798DEA1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619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Integration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4E1CA-9AD6-43B3-947D-50C4B882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Face detector, score engine, siren,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224F5-DFAC-4F9F-B567-BDCBC452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67200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37AED-4A21-40E8-9ED2-DC50074C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6D3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6D38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32701-D089-4347-B964-43BECEB5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19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6B807-D6A6-49F5-9272-3EE6A10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9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False alarm болон missed detection-ийг бодит жолоодлогын нөхцөлд хэмжих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C605C9-EE09-409C-8526-DF2F6828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67325"/>
            <a:ext cx="947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8B6CA-E04D-4688-A2B9-F4704651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66D9FF"/>
                </a:solidFill>
                <a:latin typeface="Helvetica Neue"/>
                <a:ea typeface="Helvetica Neue"/>
                <a:cs typeface="Helvetica Neue"/>
              </a:rPr>
              <a:t>Асуулт, санал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2B0D5-082E-4BDC-91E3-CA683206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057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Баярлалаа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2113B-0D0F-4F14-A423-42167174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17701A-684C-458B-9EE6-260F2F7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436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B17FF-7176-4A21-B478-CE0CBBE8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54367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A9B7CA"/>
                </a:solidFill>
                <a:latin typeface="Helvetica Neue"/>
                <a:ea typeface="Helvetica Neue"/>
                <a:cs typeface="Helvetica Neue"/>
              </a:rPr>
              <a:t>Driver fatigue detection project</a:t>
            </a:r>
          </a:p>
        </p:txBody>
      </p:sp>
    </p:spTree>
    <p:extLst>
      <p:ext uri="{BB962C8B-B14F-4D97-AF65-F5344CB8AC3E}">
        <p14:creationId xmlns:p14="http://schemas.microsoft.com/office/powerpoint/2010/main" val="1291538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2026-09-17T14:59:27.3300000Z</dcterms:created>
  <dcterms:modified xsi:type="dcterms:W3CDTF">2026-09-17T14:59:27.3300000Z</dcterms:modified>
</coreProperties>
</file>